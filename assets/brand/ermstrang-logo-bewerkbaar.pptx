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484096" cy="36210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1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-navy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335024"/>
            <a:ext cx="56692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4032" spc="-100">
                <a:solidFill>
                  <a:srgbClr val="F4F7FA"/>
                </a:solidFill>
                <a:latin typeface="Archivo"/>
              </a:rPr>
              <a:t>Ermstrang </a:t>
            </a:r>
            <a:r>
              <a:rPr b="0" sz="4032" spc="-100">
                <a:solidFill>
                  <a:srgbClr val="F4F7FA"/>
                </a:solidFill>
                <a:latin typeface="Archivo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170432"/>
            <a:ext cx="6839712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3311" spc="-93">
                <a:solidFill>
                  <a:srgbClr val="F4F7FA"/>
                </a:solidFill>
                <a:latin typeface="Archivo"/>
              </a:rPr>
              <a:t>Automatiseer het gedoe.</a:t>
            </a:r>
          </a:p>
          <a:p>
            <a:pPr algn="l">
              <a:lnSpc>
                <a:spcPct val="105000"/>
              </a:lnSpc>
            </a:pPr>
            <a:r>
              <a:rPr b="1" sz="3311" spc="-93">
                <a:solidFill>
                  <a:srgbClr val="F4F7FA"/>
                </a:solidFill>
                <a:latin typeface="Archivo"/>
              </a:rPr>
              <a:t>Focus op je vak.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194560"/>
            <a:ext cx="683971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68" spc="0">
                <a:solidFill>
                  <a:srgbClr val="CFD9E3"/>
                </a:solidFill>
                <a:latin typeface="Source Sans 3"/>
              </a:rPr>
              <a:t>AI-assistenten op maat voor zzp en mkb · ermstrangtechnologies.nl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-paper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335024"/>
            <a:ext cx="56692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4032" spc="-100">
                <a:solidFill>
                  <a:srgbClr val="08213F"/>
                </a:solidFill>
                <a:latin typeface="Archivo"/>
              </a:rPr>
              <a:t>Ermstrang </a:t>
            </a:r>
            <a:r>
              <a:rPr b="0" sz="4032" spc="-100">
                <a:solidFill>
                  <a:srgbClr val="08213F"/>
                </a:solidFill>
                <a:latin typeface="Archivo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280160"/>
            <a:ext cx="6839712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016" spc="-57">
                <a:solidFill>
                  <a:srgbClr val="08213F"/>
                </a:solidFill>
                <a:latin typeface="Archivo"/>
              </a:rPr>
              <a:t>Pas de naam of de ondertitel aan in het tekstvak.</a:t>
            </a:r>
          </a:p>
          <a:p>
            <a:pPr algn="l">
              <a:lnSpc>
                <a:spcPct val="105000"/>
              </a:lnSpc>
            </a:pPr>
            <a:r>
              <a:rPr b="0" sz="1368" spc="0">
                <a:solidFill>
                  <a:srgbClr val="08213F"/>
                </a:solidFill>
                <a:latin typeface="Source Sans 3"/>
              </a:rPr>
              <a:t>Het merkteken links is een afbeelding en blijft zoals het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1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-navy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438912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029968"/>
            <a:ext cx="14484096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1" sz="4176" spc="-100">
                <a:solidFill>
                  <a:srgbClr val="F4F7FA"/>
                </a:solidFill>
                <a:latin typeface="Archivo"/>
              </a:rPr>
              <a:t>Ermstrang </a:t>
            </a:r>
            <a:r>
              <a:rPr b="0" sz="4176" spc="-100">
                <a:solidFill>
                  <a:srgbClr val="F4F7FA"/>
                </a:solidFill>
                <a:latin typeface="Archivo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70048"/>
            <a:ext cx="1448409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68" spc="86">
                <a:solidFill>
                  <a:srgbClr val="00AED0"/>
                </a:solidFill>
                <a:latin typeface="Source Sans 3"/>
              </a:rPr>
              <a:t>AI-assistenten op maat voor zzp en mkb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548640"/>
            <a:ext cx="132588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3168" spc="-86">
                <a:solidFill>
                  <a:srgbClr val="08213F"/>
                </a:solidFill>
                <a:latin typeface="Archivo"/>
              </a:rPr>
              <a:t>Zo werkt het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3258800" cy="182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512" spc="0">
                <a:solidFill>
                  <a:srgbClr val="08213F"/>
                </a:solidFill>
                <a:latin typeface="Source Sans 3"/>
              </a:rPr>
              <a:t>In Canva: Bestand → Importeren. Canva zet de tekstvakken om naar echte Canva-tekst.</a:t>
            </a:r>
          </a:p>
          <a:p>
            <a:pPr algn="l">
              <a:lnSpc>
                <a:spcPct val="105000"/>
              </a:lnSpc>
            </a:pPr>
            <a:r>
              <a:rPr b="0" sz="1512" spc="0">
                <a:solidFill>
                  <a:srgbClr val="08213F"/>
                </a:solidFill>
                <a:latin typeface="Source Sans 3"/>
              </a:rPr>
              <a:t>Lettertype Archivo staat in Canva bij de fonts (zoek op Archivo); Source Sans 3 ook.</a:t>
            </a:r>
          </a:p>
          <a:p>
            <a:pPr algn="l">
              <a:lnSpc>
                <a:spcPct val="105000"/>
              </a:lnSpc>
            </a:pPr>
            <a:r>
              <a:rPr b="0" sz="1512" spc="0">
                <a:solidFill>
                  <a:srgbClr val="08213F"/>
                </a:solidFill>
                <a:latin typeface="Source Sans 3"/>
              </a:rPr>
              <a:t>In PowerPoint: dubbelklik op een tekstvak en typ. Het merkteken is een los plaatje.</a:t>
            </a:r>
          </a:p>
          <a:p>
            <a:pPr algn="l">
              <a:lnSpc>
                <a:spcPct val="105000"/>
              </a:lnSpc>
            </a:pPr>
            <a:r>
              <a:rPr b="0" sz="1512" spc="0">
                <a:solidFill>
                  <a:srgbClr val="08213F"/>
                </a:solidFill>
                <a:latin typeface="Source Sans 3"/>
              </a:rPr>
              <a:t>In Inkscape/Figma/Illustrator: gebruik de SVG's in assets/img — daar is de tekst ook echt tekst.</a:t>
            </a:r>
          </a:p>
          <a:p>
            <a:pPr algn="l">
              <a:lnSpc>
                <a:spcPct val="105000"/>
              </a:lnSpc>
            </a:pPr>
            <a:r>
              <a:rPr b="0" sz="1512" spc="0">
                <a:solidFill>
                  <a:srgbClr val="08213F"/>
                </a:solidFill>
                <a:latin typeface="Source Sans 3"/>
              </a:rPr>
              <a:t>Niet doen: het merkteken vervormen, van kleur veranderen of de puntjes los herschikken.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